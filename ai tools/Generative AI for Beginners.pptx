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91e439f8-50fa-42f8-9a20-28b40aedb9d8.fntdata" /><ns0:Relationship Id="rIdFont19" Type="http://schemas.openxmlformats.org/officeDocument/2006/relationships/font" Target="fonts/0a75278a-58cb-4e1f-8a9f-c6fc8316203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6609" y="2074664"/>
            <a:ext cx="1678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818CF8"/>
                </a:solidFill>
                <a:latin typeface="Inter"/>
              </a:rPr>
              <a:t>PRACTICAL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296" y="2493764"/>
            <a:ext cx="11251406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Generative AI for Beginners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23088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 student's guide to understanding and using artificial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2933700"/>
            <a:ext cx="6096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19312" y="3276600"/>
            <a:ext cx="10072687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Inter"/>
              </a:rPr>
              <a:t>What exactly is Generative AI?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767012"/>
            <a:ext cx="4724400" cy="2200275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767012"/>
            <a:ext cx="4724400" cy="2200275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767012"/>
            <a:ext cx="4724400" cy="57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2767012"/>
            <a:ext cx="47244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30530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305300"/>
            <a:ext cx="2190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762000"/>
            <a:ext cx="11049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The Evolution of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81362"/>
            <a:ext cx="50006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Traditional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57612"/>
            <a:ext cx="4762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Analyzes existing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3281362"/>
            <a:ext cx="50006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Generative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3757612"/>
            <a:ext cx="4762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Creates entirely new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100" y="4291012"/>
            <a:ext cx="23676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Times New Roman"/>
              </a:rPr>
              <a:t>Recognizes a cat photo.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3275" y="4291012"/>
            <a:ext cx="24143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F46E5"/>
                </a:solidFill>
                <a:latin typeface="Times New Roman"/>
              </a:rPr>
              <a:t>Draws a brand new 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67075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26707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333875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333875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8737" y="3438525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050" y="3438525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450" y="4505325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505325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62000"/>
            <a:ext cx="11049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038225"/>
            <a:ext cx="11049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Multimodal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1200" y="3267075"/>
            <a:ext cx="298787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Text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3619500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Written language synthesis.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0" y="3267075"/>
            <a:ext cx="331291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2800" y="3619500"/>
            <a:ext cx="3155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Photorealistic visual rendering.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200" y="4333875"/>
            <a:ext cx="29503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Audio 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4686300"/>
            <a:ext cx="280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Original music composition.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2800" y="4333875"/>
            <a:ext cx="29253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Video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2800" y="4686300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Motion graphic sequences.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381000"/>
            <a:ext cx="47625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294632"/>
            <a:ext cx="595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Inter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8957"/>
            <a:ext cx="510063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Massive Pattern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34717"/>
            <a:ext cx="4857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Models predict subsequent components based on extensive training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595562"/>
            <a:ext cx="3098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6550" y="2695575"/>
            <a:ext cx="309875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0100" y="2595562"/>
            <a:ext cx="3098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500" y="305276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3152775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601" y="305276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8950" y="3224212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501" y="3324225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2714" y="3224212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47625" y="762000"/>
            <a:ext cx="122872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Real-World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8870" y="3890962"/>
            <a:ext cx="326700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656" y="4281487"/>
            <a:ext cx="3111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Conversational text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420" y="3990975"/>
            <a:ext cx="326700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Midjourney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206" y="4381500"/>
            <a:ext cx="3111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High-fidelity image synthesis.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5971" y="3890962"/>
            <a:ext cx="326700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GitHub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756" y="4281487"/>
            <a:ext cx="3111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Software programming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762000"/>
            <a:ext cx="11049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Unprecedented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8062" y="2714625"/>
            <a:ext cx="5095875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4F46E5"/>
                </a:solidFill>
                <a:latin typeface="Inter"/>
              </a:rPr>
              <a:t>100M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3953" y="4467225"/>
            <a:ext cx="60840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ChatGPT users reached in initial two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2280344"/>
            <a:ext cx="4572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81000"/>
            <a:ext cx="69342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623244"/>
            <a:ext cx="362045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Your Digital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949005"/>
            <a:ext cx="34480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Human oversight guarantees optimal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76537"/>
            <a:ext cx="2667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481387"/>
            <a:ext cx="238125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186237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91087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762000"/>
            <a:ext cx="10668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Responsible Utilization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9300" y="2747962"/>
            <a:ext cx="944165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Fact Verification: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Validate critical assertions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0725" y="3452812"/>
            <a:ext cx="887015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Data Security: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Exclude personal identifying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9300" y="4157662"/>
            <a:ext cx="810815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Human Refinement: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Personalize synthetic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5975" y="4862512"/>
            <a:ext cx="10106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Academic Integrity: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Enhance learning methodologies legitimately.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90775"/>
            <a:ext cx="533400" cy="53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1807" y="3228975"/>
            <a:ext cx="7088385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Inter"/>
              </a:rPr>
              <a:t>Ready to Explore?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6515" y="4191000"/>
            <a:ext cx="31789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818CF8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286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590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590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715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430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869569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Times New Roman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23937"/>
            <a:ext cx="799448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https://img.magnific.com/free-vector/abstract-pyramide-wireframe-background_1017-8200.jpg?semt=ais_hybrid&amp;w=740&amp;q=80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23962"/>
            <a:ext cx="213028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www.magnific.com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95462"/>
            <a:ext cx="8339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mes New Roman"/>
              </a:rPr>
              <a:t>https://img.magnific.com/premium-vector/robot-online-courses-modern-education_546559-3254.jpg?semt=ais_hybrid&amp;w=740&amp;q=80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1995487"/>
            <a:ext cx="213028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